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</p:sldIdLst>
  <p:sldSz cx="7561263" cy="1069181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348" y="88"/>
      </p:cViewPr>
      <p:guideLst>
        <p:guide orient="horz" pos="3368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8992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89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759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779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733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766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66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728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46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458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FAB64-4215-4C19-A0C4-C3E261F93E4F}" type="datetimeFigureOut">
              <a:rPr lang="fr-FR" smtClean="0"/>
              <a:t>18/06/2024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07CAB-DB9B-4B3C-A5BA-4C07D7AB2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449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11.png"/><Relationship Id="rId3" Type="http://schemas.microsoft.com/office/2007/relationships/hdphoto" Target="../media/hdphoto1.wdp"/><Relationship Id="rId21" Type="http://schemas.openxmlformats.org/officeDocument/2006/relationships/image" Target="../media/image14.png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24" Type="http://schemas.openxmlformats.org/officeDocument/2006/relationships/image" Target="../media/image16.emf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23" Type="http://schemas.microsoft.com/office/2007/relationships/hdphoto" Target="../media/hdphoto7.wdp"/><Relationship Id="rId10" Type="http://schemas.openxmlformats.org/officeDocument/2006/relationships/image" Target="../media/image5.png"/><Relationship Id="rId19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Relationship Id="rId22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e 30">
            <a:extLst>
              <a:ext uri="{FF2B5EF4-FFF2-40B4-BE49-F238E27FC236}">
                <a16:creationId xmlns:a16="http://schemas.microsoft.com/office/drawing/2014/main" id="{6D7D8BF1-7EFF-0E0E-1FA4-042529579237}"/>
              </a:ext>
            </a:extLst>
          </p:cNvPr>
          <p:cNvGrpSpPr/>
          <p:nvPr/>
        </p:nvGrpSpPr>
        <p:grpSpPr>
          <a:xfrm>
            <a:off x="246656" y="6564254"/>
            <a:ext cx="4545024" cy="1575832"/>
            <a:chOff x="246657" y="6989973"/>
            <a:chExt cx="3231605" cy="1120449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715C3616-EC74-0559-06B5-24CD4CCEA2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t="17847"/>
            <a:stretch/>
          </p:blipFill>
          <p:spPr>
            <a:xfrm>
              <a:off x="518426" y="6989973"/>
              <a:ext cx="2959836" cy="1120449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5DB9CD1D-AAC0-CE75-DEC8-6EB8F6C3F29F}"/>
                </a:ext>
              </a:extLst>
            </p:cNvPr>
            <p:cNvSpPr txBox="1"/>
            <p:nvPr/>
          </p:nvSpPr>
          <p:spPr>
            <a:xfrm rot="16200000">
              <a:off x="68724" y="7280818"/>
              <a:ext cx="663643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1400" b="1" dirty="0">
                  <a:solidFill>
                    <a:schemeClr val="bg2">
                      <a:lumMod val="50000"/>
                    </a:schemeClr>
                  </a:solidFill>
                </a:rPr>
                <a:t>Bridge</a:t>
              </a:r>
            </a:p>
          </p:txBody>
        </p:sp>
      </p:grpSp>
      <p:pic>
        <p:nvPicPr>
          <p:cNvPr id="15" name="Image 14">
            <a:extLst>
              <a:ext uri="{FF2B5EF4-FFF2-40B4-BE49-F238E27FC236}">
                <a16:creationId xmlns:a16="http://schemas.microsoft.com/office/drawing/2014/main" id="{5595D427-549D-88C6-A995-2394C8C7257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19823"/>
          <a:stretch/>
        </p:blipFill>
        <p:spPr>
          <a:xfrm>
            <a:off x="429415" y="1844082"/>
            <a:ext cx="4564114" cy="160881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EC4F5DE-2AFD-5DFF-32BC-B2C1308F74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17452"/>
          <a:stretch/>
        </p:blipFill>
        <p:spPr>
          <a:xfrm>
            <a:off x="568642" y="164998"/>
            <a:ext cx="2308580" cy="1732432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6B3B2730-1FFF-E1E8-DAFA-CB56DAE645D0}"/>
              </a:ext>
            </a:extLst>
          </p:cNvPr>
          <p:cNvSpPr txBox="1"/>
          <p:nvPr/>
        </p:nvSpPr>
        <p:spPr>
          <a:xfrm rot="16200000">
            <a:off x="-28510" y="726386"/>
            <a:ext cx="84145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2">
                    <a:lumMod val="50000"/>
                  </a:schemeClr>
                </a:solidFill>
              </a:rPr>
              <a:t>Chorus A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A91932C7-FB73-F1B8-A460-60A5129FD353}"/>
              </a:ext>
            </a:extLst>
          </p:cNvPr>
          <p:cNvGrpSpPr/>
          <p:nvPr/>
        </p:nvGrpSpPr>
        <p:grpSpPr>
          <a:xfrm>
            <a:off x="246656" y="3433898"/>
            <a:ext cx="2878398" cy="1537944"/>
            <a:chOff x="788039" y="4061352"/>
            <a:chExt cx="2046600" cy="1093510"/>
          </a:xfrm>
        </p:grpSpPr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88EACCA4-E8E2-4CD9-9FB1-77CCA80347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t="20105"/>
            <a:stretch/>
          </p:blipFill>
          <p:spPr>
            <a:xfrm>
              <a:off x="1064542" y="4061352"/>
              <a:ext cx="1770097" cy="1093510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F7AA371B-7328-2AD6-A62C-39FD2E27A5C0}"/>
                </a:ext>
              </a:extLst>
            </p:cNvPr>
            <p:cNvSpPr txBox="1"/>
            <p:nvPr/>
          </p:nvSpPr>
          <p:spPr>
            <a:xfrm rot="16200000">
              <a:off x="567626" y="4408182"/>
              <a:ext cx="702436" cy="2616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1100" b="1" dirty="0">
                  <a:solidFill>
                    <a:schemeClr val="bg2">
                      <a:lumMod val="50000"/>
                    </a:schemeClr>
                  </a:solidFill>
                </a:rPr>
                <a:t>Chorus B</a:t>
              </a:r>
            </a:p>
          </p:txBody>
        </p:sp>
      </p:grpSp>
      <p:sp>
        <p:nvSpPr>
          <p:cNvPr id="25" name="ZoneTexte 24">
            <a:extLst>
              <a:ext uri="{FF2B5EF4-FFF2-40B4-BE49-F238E27FC236}">
                <a16:creationId xmlns:a16="http://schemas.microsoft.com/office/drawing/2014/main" id="{667B85BD-C7D9-17F2-C535-A0C922261625}"/>
              </a:ext>
            </a:extLst>
          </p:cNvPr>
          <p:cNvSpPr txBox="1"/>
          <p:nvPr/>
        </p:nvSpPr>
        <p:spPr>
          <a:xfrm>
            <a:off x="504580" y="8230071"/>
            <a:ext cx="1268296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bg2">
                    <a:lumMod val="50000"/>
                  </a:schemeClr>
                </a:solidFill>
              </a:rPr>
              <a:t>. Chorus A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18CAB8A5-A155-1AB2-3918-6CD64271FC2F}"/>
              </a:ext>
            </a:extLst>
          </p:cNvPr>
          <p:cNvGrpSpPr/>
          <p:nvPr/>
        </p:nvGrpSpPr>
        <p:grpSpPr>
          <a:xfrm>
            <a:off x="275328" y="4828704"/>
            <a:ext cx="5746168" cy="1744156"/>
            <a:chOff x="271491" y="5419395"/>
            <a:chExt cx="4085642" cy="1240131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B99DADFC-6C2C-938F-D418-DCF03DC8AC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t="17620" b="-1"/>
            <a:stretch/>
          </p:blipFill>
          <p:spPr>
            <a:xfrm>
              <a:off x="518426" y="5419395"/>
              <a:ext cx="3838707" cy="1240131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DFCA7401-500A-733C-68C4-B3F372E14145}"/>
                </a:ext>
              </a:extLst>
            </p:cNvPr>
            <p:cNvSpPr txBox="1"/>
            <p:nvPr/>
          </p:nvSpPr>
          <p:spPr>
            <a:xfrm rot="16200000">
              <a:off x="67653" y="5775400"/>
              <a:ext cx="684675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fr-FR" sz="1200" b="1" dirty="0">
                  <a:solidFill>
                    <a:schemeClr val="bg2">
                      <a:lumMod val="50000"/>
                    </a:schemeClr>
                  </a:solidFill>
                </a:rPr>
                <a:t>Verse 2 </a:t>
              </a:r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2121EC3-1B26-2F66-F27D-B7D85C6433AA}"/>
              </a:ext>
            </a:extLst>
          </p:cNvPr>
          <p:cNvSpPr txBox="1"/>
          <p:nvPr/>
        </p:nvSpPr>
        <p:spPr>
          <a:xfrm rot="16200000">
            <a:off x="-72076" y="2251517"/>
            <a:ext cx="726289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dirty="0"/>
              <a:t>Verse 1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2664899-B125-6D15-04DA-8CE0DEA61234}"/>
              </a:ext>
            </a:extLst>
          </p:cNvPr>
          <p:cNvSpPr txBox="1"/>
          <p:nvPr/>
        </p:nvSpPr>
        <p:spPr>
          <a:xfrm>
            <a:off x="5417727" y="10430203"/>
            <a:ext cx="21435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solidFill>
                  <a:schemeClr val="bg2">
                    <a:lumMod val="50000"/>
                  </a:schemeClr>
                </a:solidFill>
              </a:rPr>
              <a:t>Merci à tabs.ultimate-guitar.com !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AF1C58AE-62E3-613A-8D25-219F88D283E2}"/>
              </a:ext>
            </a:extLst>
          </p:cNvPr>
          <p:cNvSpPr txBox="1"/>
          <p:nvPr/>
        </p:nvSpPr>
        <p:spPr>
          <a:xfrm>
            <a:off x="160421" y="-75900"/>
            <a:ext cx="7234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ooper Black" panose="0208090404030B020404" pitchFamily="18" charset="0"/>
              </a:rPr>
              <a:t>After hours - The Velvet Underground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A77DBD-80D6-18BB-E5CB-D33F7ADDA43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68124"/>
          <a:stretch/>
        </p:blipFill>
        <p:spPr>
          <a:xfrm>
            <a:off x="641945" y="9138181"/>
            <a:ext cx="4638937" cy="9323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04FC282-17EF-3730-950A-CE0D6ED1B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887" y="6611344"/>
            <a:ext cx="812254" cy="142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628A8B5-A1CB-556E-9FD8-A34326029C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37"/>
          <a:stretch/>
        </p:blipFill>
        <p:spPr bwMode="auto">
          <a:xfrm>
            <a:off x="6582554" y="1404388"/>
            <a:ext cx="812253" cy="1167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EB848F6-2B57-E681-1107-AA8A5E384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02"/>
          <a:stretch/>
        </p:blipFill>
        <p:spPr bwMode="auto">
          <a:xfrm>
            <a:off x="5259169" y="1250676"/>
            <a:ext cx="1046692" cy="125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5012D8A-091D-6660-4D67-040D8A1D48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02"/>
          <a:stretch/>
        </p:blipFill>
        <p:spPr bwMode="auto">
          <a:xfrm>
            <a:off x="5417727" y="2790473"/>
            <a:ext cx="812253" cy="117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824DC1A5-615E-0C09-EB9C-7658495F60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937"/>
          <a:stretch/>
        </p:blipFill>
        <p:spPr bwMode="auto">
          <a:xfrm>
            <a:off x="5417727" y="4359259"/>
            <a:ext cx="812253" cy="96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B77873C4-A0B1-0DA6-5A23-5FCE56F1D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593" y="2838802"/>
            <a:ext cx="860414" cy="1505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E604A287-8B74-1CEC-0614-8A1A4CDACD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28"/>
          <a:stretch/>
        </p:blipFill>
        <p:spPr bwMode="auto">
          <a:xfrm>
            <a:off x="6534996" y="4337298"/>
            <a:ext cx="860414" cy="125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BEB2EFF7-DFA9-312C-4D42-64CF9A128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495" y="6634306"/>
            <a:ext cx="812253" cy="142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Image 38">
            <a:extLst>
              <a:ext uri="{FF2B5EF4-FFF2-40B4-BE49-F238E27FC236}">
                <a16:creationId xmlns:a16="http://schemas.microsoft.com/office/drawing/2014/main" id="{F6F5002F-8B2F-F7DC-AC0F-42F1F10811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17728" y="8196394"/>
            <a:ext cx="1896878" cy="2075155"/>
          </a:xfrm>
          <a:prstGeom prst="rect">
            <a:avLst/>
          </a:prstGeom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5E769671-D456-56B8-454D-02E4B0CC7E83}"/>
              </a:ext>
            </a:extLst>
          </p:cNvPr>
          <p:cNvSpPr txBox="1"/>
          <p:nvPr/>
        </p:nvSpPr>
        <p:spPr>
          <a:xfrm>
            <a:off x="504580" y="8738071"/>
            <a:ext cx="1088503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bg2">
                    <a:lumMod val="50000"/>
                  </a:schemeClr>
                </a:solidFill>
              </a:rPr>
              <a:t>. Verse 1</a:t>
            </a: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72A85840-9E6D-057C-7D85-2D1897D15CDC}"/>
              </a:ext>
            </a:extLst>
          </p:cNvPr>
          <p:cNvGrpSpPr/>
          <p:nvPr/>
        </p:nvGrpSpPr>
        <p:grpSpPr>
          <a:xfrm>
            <a:off x="3233551" y="261690"/>
            <a:ext cx="3896623" cy="1125196"/>
            <a:chOff x="3233551" y="219355"/>
            <a:chExt cx="3896623" cy="1125196"/>
          </a:xfrm>
        </p:grpSpPr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7C00335B-88C2-09F1-4050-00C8219F9A66}"/>
                </a:ext>
              </a:extLst>
            </p:cNvPr>
            <p:cNvSpPr txBox="1"/>
            <p:nvPr/>
          </p:nvSpPr>
          <p:spPr>
            <a:xfrm>
              <a:off x="5983706" y="590881"/>
              <a:ext cx="11464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i="0" dirty="0">
                  <a:solidFill>
                    <a:srgbClr val="5F6368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121 BPM</a:t>
              </a:r>
              <a:endParaRPr lang="fr-FR" dirty="0"/>
            </a:p>
          </p:txBody>
        </p:sp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DA97842A-C3C3-D2DA-9E86-2221514CD1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/>
            <a:srcRect l="1" r="38915"/>
            <a:stretch/>
          </p:blipFill>
          <p:spPr>
            <a:xfrm>
              <a:off x="3233551" y="219355"/>
              <a:ext cx="2787945" cy="1125196"/>
            </a:xfrm>
            <a:prstGeom prst="rect">
              <a:avLst/>
            </a:prstGeom>
          </p:spPr>
        </p:pic>
      </p:grpSp>
      <p:sp>
        <p:nvSpPr>
          <p:cNvPr id="43" name="ZoneTexte 42">
            <a:extLst>
              <a:ext uri="{FF2B5EF4-FFF2-40B4-BE49-F238E27FC236}">
                <a16:creationId xmlns:a16="http://schemas.microsoft.com/office/drawing/2014/main" id="{9FFE4870-BBC8-1A5D-31B0-B37A8AD6DFA2}"/>
              </a:ext>
            </a:extLst>
          </p:cNvPr>
          <p:cNvSpPr txBox="1"/>
          <p:nvPr/>
        </p:nvSpPr>
        <p:spPr>
          <a:xfrm>
            <a:off x="-46102" y="-25329"/>
            <a:ext cx="821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Univers" panose="020B0503020202020204" pitchFamily="34" charset="0"/>
              </a:rPr>
              <a:t>(1969)</a:t>
            </a:r>
          </a:p>
        </p:txBody>
      </p:sp>
    </p:spTree>
    <p:extLst>
      <p:ext uri="{BB962C8B-B14F-4D97-AF65-F5344CB8AC3E}">
        <p14:creationId xmlns:p14="http://schemas.microsoft.com/office/powerpoint/2010/main" val="206852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9B39889-592E-B58D-74F8-547367414E45}"/>
              </a:ext>
            </a:extLst>
          </p:cNvPr>
          <p:cNvSpPr txBox="1"/>
          <p:nvPr/>
        </p:nvSpPr>
        <p:spPr>
          <a:xfrm>
            <a:off x="266112" y="915127"/>
            <a:ext cx="3777916" cy="1144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one two three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 you close the door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night could last forever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leave the sunshine out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and say hello to never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all the people are dancing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and </a:t>
            </a: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theyre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having such fun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wish it could happen to me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but if you close the door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id never have to see the day again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if you close the door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night could last forever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leave the wine glass out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and drink a toast to never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oh someday </a:t>
            </a: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know someone will look into my eyes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and say </a:t>
            </a: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hellooo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youre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my very special one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but if you close the door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id never have to see the day again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dark party bars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shiny </a:t>
            </a: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cadillac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cars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and the people on subways and trains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looking gray in the rain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as they stand disarrayed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all but people look well in the dark</a:t>
            </a:r>
          </a:p>
          <a:p>
            <a:pPr algn="l"/>
            <a:endParaRPr lang="en-US" b="0" i="0" dirty="0">
              <a:solidFill>
                <a:srgbClr val="202124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and if you close the door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 night could last forever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leave the sunshine out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and say hello to never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all the people are dancing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and </a:t>
            </a: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theyre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having such fun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 err="1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</a:t>
            </a: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wish it could happen to me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cause if you close the door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id never have to see the day again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id never have to see the day again</a:t>
            </a: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once more</a:t>
            </a:r>
            <a:b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id never have to see the day again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5773DD0-AD53-0D53-C7BC-DDDF59021E87}"/>
              </a:ext>
            </a:extLst>
          </p:cNvPr>
          <p:cNvSpPr txBox="1"/>
          <p:nvPr/>
        </p:nvSpPr>
        <p:spPr>
          <a:xfrm>
            <a:off x="160421" y="176462"/>
            <a:ext cx="7234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0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ooper Black" panose="0208090404030B020404" pitchFamily="18" charset="0"/>
              </a:rPr>
              <a:t>If You Close The Door - The Velvet Underground</a:t>
            </a:r>
          </a:p>
          <a:p>
            <a:br>
              <a:rPr lang="en-US" sz="2000" b="0" i="0" u="none" strike="noStrike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Cooper Black" panose="0208090404030B020404" pitchFamily="18" charset="0"/>
              </a:rPr>
            </a:br>
            <a:endParaRPr lang="fr-FR" sz="2000" dirty="0">
              <a:latin typeface="Cooper Black" panose="0208090404030B0204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8A5D23-1F4F-0D6E-A49D-30FAFE019E55}"/>
              </a:ext>
            </a:extLst>
          </p:cNvPr>
          <p:cNvSpPr txBox="1"/>
          <p:nvPr/>
        </p:nvSpPr>
        <p:spPr>
          <a:xfrm>
            <a:off x="5983706" y="730461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i="0" dirty="0">
                <a:solidFill>
                  <a:srgbClr val="5F6368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121 BPM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25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C978A4-B8CD-18DA-25BA-AD96795A4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F153AD2-41D9-F9C9-BF1D-275DF7FE0CC5}"/>
              </a:ext>
            </a:extLst>
          </p:cNvPr>
          <p:cNvCxnSpPr/>
          <p:nvPr/>
        </p:nvCxnSpPr>
        <p:spPr>
          <a:xfrm>
            <a:off x="457200" y="3412067"/>
            <a:ext cx="6584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EE1B802-5AED-7071-DAE5-219608FA2F8D}"/>
              </a:ext>
            </a:extLst>
          </p:cNvPr>
          <p:cNvCxnSpPr/>
          <p:nvPr/>
        </p:nvCxnSpPr>
        <p:spPr>
          <a:xfrm>
            <a:off x="457200" y="3804356"/>
            <a:ext cx="6584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C4C7D54-16AA-33DF-DDE9-21C1B64068AB}"/>
              </a:ext>
            </a:extLst>
          </p:cNvPr>
          <p:cNvCxnSpPr/>
          <p:nvPr/>
        </p:nvCxnSpPr>
        <p:spPr>
          <a:xfrm>
            <a:off x="457200" y="4196645"/>
            <a:ext cx="6584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538D1F2-A0B8-3A9D-6F2B-B21842826E9D}"/>
              </a:ext>
            </a:extLst>
          </p:cNvPr>
          <p:cNvCxnSpPr/>
          <p:nvPr/>
        </p:nvCxnSpPr>
        <p:spPr>
          <a:xfrm>
            <a:off x="457200" y="4588934"/>
            <a:ext cx="6584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02D0FBEC-9499-F405-DCC4-A738A9FA238F}"/>
              </a:ext>
            </a:extLst>
          </p:cNvPr>
          <p:cNvSpPr txBox="1"/>
          <p:nvPr/>
        </p:nvSpPr>
        <p:spPr>
          <a:xfrm>
            <a:off x="609600" y="43688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BA0D1F7-B877-09F6-C584-41EC988F80CD}"/>
              </a:ext>
            </a:extLst>
          </p:cNvPr>
          <p:cNvSpPr txBox="1"/>
          <p:nvPr/>
        </p:nvSpPr>
        <p:spPr>
          <a:xfrm>
            <a:off x="1244600" y="359146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45B8312-B503-4673-1B12-09FCAB7FBB4D}"/>
              </a:ext>
            </a:extLst>
          </p:cNvPr>
          <p:cNvSpPr txBox="1"/>
          <p:nvPr/>
        </p:nvSpPr>
        <p:spPr>
          <a:xfrm>
            <a:off x="1701800" y="399786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B38A6B3-889E-9A9F-DBE9-692E9DC63EF5}"/>
              </a:ext>
            </a:extLst>
          </p:cNvPr>
          <p:cNvSpPr txBox="1"/>
          <p:nvPr/>
        </p:nvSpPr>
        <p:spPr>
          <a:xfrm>
            <a:off x="2133600" y="322740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6AAB9E2-55B4-546E-2E83-578F24D92622}"/>
              </a:ext>
            </a:extLst>
          </p:cNvPr>
          <p:cNvSpPr txBox="1"/>
          <p:nvPr/>
        </p:nvSpPr>
        <p:spPr>
          <a:xfrm>
            <a:off x="2819400" y="359146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F06DB17-C66E-DC57-CA9D-3C789F75E4F4}"/>
              </a:ext>
            </a:extLst>
          </p:cNvPr>
          <p:cNvSpPr txBox="1"/>
          <p:nvPr/>
        </p:nvSpPr>
        <p:spPr>
          <a:xfrm>
            <a:off x="3276600" y="399786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73858A1-0CC7-C81B-35E0-55E7B2D1409E}"/>
              </a:ext>
            </a:extLst>
          </p:cNvPr>
          <p:cNvSpPr txBox="1"/>
          <p:nvPr/>
        </p:nvSpPr>
        <p:spPr>
          <a:xfrm>
            <a:off x="3649134" y="359146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x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A0D4FD85-3766-F039-D042-06F688DBE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43" y="4533614"/>
            <a:ext cx="6589776" cy="162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827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695</TotalTime>
  <Words>284</Words>
  <Application>Microsoft Office PowerPoint</Application>
  <PresentationFormat>Personnalisé</PresentationFormat>
  <Paragraphs>34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Cooper Black</vt:lpstr>
      <vt:lpstr>Univers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Ingrand</dc:creator>
  <cp:lastModifiedBy>Xavier Ingrand</cp:lastModifiedBy>
  <cp:revision>11</cp:revision>
  <cp:lastPrinted>2024-06-18T19:42:27Z</cp:lastPrinted>
  <dcterms:created xsi:type="dcterms:W3CDTF">2024-06-18T08:08:10Z</dcterms:created>
  <dcterms:modified xsi:type="dcterms:W3CDTF">2024-06-18T19:43:13Z</dcterms:modified>
</cp:coreProperties>
</file>